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68680"/>
            <a:ext cx="3383280" cy="3136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66928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Прозрачные финансовые решения — везде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66928" y="28163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Объяснимый движок для финансовых решений: говорит, что делать с деньгами, и показывает расчёт. Не чёрный ящик.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397764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Работающий продукт · v2.0.2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Инвесторская презентация · глобальный рынок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по всему миру не знают,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с деньгами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млн+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взрослых в США пользуются цифровым финтулом — но большинство всё равно не знают, что делать с деньгами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4041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источник: CFPB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883664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Гасить долг или копить?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одно приложение не даёт простого надёжного ответа.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770632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70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закрылся в 2024.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Миллионы пользователей остались без инструмента.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Трекеры показывают прошлое.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AI-приложения подсказывают — но как чёрный ящик.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ПОЧЕМУ СЕЙЧАС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AI-советы на подъёме —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это чёрный ящик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доверяют прозрачному алгоритму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FINPILOT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9184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доверяют ИИ как чёрному ящику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обычный «AI-ассистент»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548640" cy="548640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686" y="201716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AI-финапсы — тренд №1.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5040" y="2606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доверять деньги чёрному ящику трудно — объяснимость и есть клин.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3504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banking (Plaid, PSD2) делает данные доступными — разрыв в доверии, не в доступе.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Прозрачный советник, а не ещё один трекер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Трекеры описывают прошлое. Чёрный ящик подсказывает. FINPILOT говорит, что делать — и показывает расчёт.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43888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Говорит, что делать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Конкретное месячное распределение свободных денег: долг, резерв, цели.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80" y="243888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почему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75304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математика (SAW + Avalanche) — видно как и почему, не чёрный ящик.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2" y="243888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будущее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45936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Монте-Карло с доверительным интервалом для выбранного плана.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ПРОДУКТ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вводит доходы, расходы, долги и цели — движок выдаёт распределение, объяснение и прогноз.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772668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07792"/>
            <a:ext cx="77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5900" y="2907792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5900" y="2907792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2907792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2907792"/>
            <a:ext cx="1613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Монте-Карло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Объяснимая математика — видно, как посчитано.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0F1520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069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FINPILOT</a:t>
            </a:r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Финансовый обзор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6002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· резерв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$1,580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22008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16002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L(t) · ликвидность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0024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56632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441448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D(t) · долг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441448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BLR · буфер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056632" y="3191256"/>
            <a:ext cx="3557016" cy="1097280"/>
          </a:xfrm>
          <a:prstGeom prst="roundRect">
            <a:avLst>
              <a:gd name="adj" fmla="val 6667"/>
            </a:avLst>
          </a:prstGeom>
          <a:solidFill>
            <a:srgbClr val="10261B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32826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 на месяц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02936" y="359359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Долг 20%  </a:t>
            </a:r>
            <a:pPr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Резерв 40%  </a:t>
            </a:r>
            <a:pPr indent="0" marL="0">
              <a:buNone/>
            </a:pPr>
            <a:r>
              <a:rPr lang="en-US" sz="1000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Цели 40%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2936" y="38862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Почему: долговая нагрузка в норме → приоритет резерв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ГЛОБАЛЬНЫЙ РЫНОК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Большой, быстрорастущий, фрагментированный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947672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$25–32 млрд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26771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глобальные финапсы · ~20% CAGR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5BE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43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86207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$3–4 млрд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1821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ниша PFM-советников · ~12% CAGR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3776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B2B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40965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достижимо через инфраструктуру, не фронтальный B2C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Северная Америка ~47% рынка; Азия-Тихоокеанский — самый быстрый. Считано снизу (см. анализ).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КОНКУРЕНЦИЯ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Прозрачный прескриптив — свободная ниша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закрытия Mint поле консолидировалось — но прозрачным, целостным, прескриптивным советом не владеет никто.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Игрок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делает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полный трекинг + планирование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описывает; совет слабый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Rocket Money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трекинг + отмена подписок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описывает, не советует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YNAB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метод-бюджетирование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вручную; без прогноза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AI-чатбот-совет (debt reset)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чёрный ящик, необъяснимо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E2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прозрачный прескриптивный совет + прогноз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 клин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НАШ КЛИН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Объяснимость — это клин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— не фича, а стратегия. Она даёт доверие, открывает комплаенс и превращает движок в инфраструктуру.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5240">
            <a:solidFill>
              <a:srgbClr val="34E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67712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438888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математика бьёт чёрный ящик — люди верят тому, что видят, а не закрытому ассистенту.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67712"/>
            <a:ext cx="658368" cy="65836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80" y="2438888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Комплаенс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75304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Объяснимые, проверяемые решения — преимущество для регулируемого B2B; банкам и советникам это нужно.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5240">
            <a:solidFill>
              <a:srgbClr val="34D3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67712"/>
            <a:ext cx="658368" cy="658368"/>
          </a:xfrm>
          <a:prstGeom prst="ellipse">
            <a:avLst/>
          </a:prstGeom>
          <a:solidFill>
            <a:srgbClr val="34D3E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2" y="2438888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45936" y="3429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лицензируется, а не только приложение — рынок больше и защищённее, чем ещё один трекер.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БИЗНЕС-МОДЕЛЬ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впереди, приложение — доказательство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21408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226880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031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инфраструктура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 движка через API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Финтехи · советники · банки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Объяснимость = клин комплаенса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E27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7016" y="2121408"/>
            <a:ext cx="566928" cy="56692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17" y="22688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21031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доказательство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75304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Freemium: трекинг + совет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Валидирует ценность, даёт данные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Публичный кейс для B2B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624328" cy="265176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D3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2121408"/>
            <a:ext cx="566928" cy="566928"/>
          </a:xfrm>
          <a:prstGeom prst="ellipse">
            <a:avLst/>
          </a:prstGeom>
          <a:solidFill>
            <a:srgbClr val="34D3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49" y="226880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04304" y="21031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C → B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45936" y="2816352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доказать на людях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Потом лицензировать институтам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потолок, защищённее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Докажи дома, масштабируйся через B2B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фронтальная B2C-атака на США/ЕС. Последовательность, что играет на сильных сторонах и обходит инкумбентов.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9868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779" y="23971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944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Доказать дома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" y="3493008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Валидируй в РФ/СНГ — движок готов, конкуренции меньше.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79192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0420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31" y="23971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344" y="2944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Сменный синк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07208" y="3493008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агрегатор (Plaid/Tink) → тысячи банков.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09744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90972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883" y="239719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82896" y="2944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за рубежом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37760" y="3493008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Лицензируй движок; объяснимость выигрывает комплаенс.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40296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21524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435" y="239719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13448" y="2944368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Недонасыщенные рынки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68312" y="3493008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Открыты; Азия-Тихоокеанский — самый быстрый.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ТРЕКШЕН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продукт, масштабируемое ядро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продукт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движок, а не идея или дек.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&gt; 22%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5701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Доверяют прозрачному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57016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Прозрачной математике доверяют больше, чем чёрному ящику (наш опрос).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движок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27648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Источнико-агностичное ядро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27648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Сменные провайдеры → новые рынки и B2B без переделки.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КОМАНДА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45920" cy="164592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ФОТО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Имя Фамилия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5176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· backend-разработчик · автор продукта и движка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971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спроектировал и собрал работающий продукт v2.0.2: математический движок (SAW, Avalanche, Монте-Карло), бэкенд и интерфейс. Сильное доказательство исполнения — продукт уже есть, а не на бумаге.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Заполни имя/фото. План найма — на следующем этапе.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ЧЕГО ПРОСИМ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и дорожная карта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Привлекаем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сумма 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[N] месяцев. Куда: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Доказать модель дома (РФ/СНГ)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Сменный банк-синк + мобайл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B2B-пилот за рубежом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194560"/>
            <a:ext cx="146304" cy="146304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93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→ 6 мес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048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Доказать дома: бот, онбординг, retention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971800"/>
            <a:ext cx="146304" cy="146304"/>
          </a:xfrm>
          <a:prstGeom prst="ellipse">
            <a:avLst/>
          </a:prstGeom>
          <a:solidFill>
            <a:srgbClr val="5BE8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8712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18 мес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182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провайдеров, платный движок, первый B2B-пилот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6484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мес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959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B2B-инфраструктура за рубежом — клин объяснимости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3108960" cy="2880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566928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финансовые решения прозрачными и достойными доверия — везде.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[ контакт / @telegram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FINPILOT — Глобальный инвесторский дек</dc:title>
  <dc:subject>PptxGenJS Presentation</dc:subject>
  <dc:creator>FINPILOT</dc:creator>
  <cp:lastModifiedBy>FINPILOT</cp:lastModifiedBy>
  <cp:revision>1</cp:revision>
  <dcterms:created xsi:type="dcterms:W3CDTF">2026-05-31T13:15:57Z</dcterms:created>
  <dcterms:modified xsi:type="dcterms:W3CDTF">2026-05-31T13:15:57Z</dcterms:modified>
</cp:coreProperties>
</file>